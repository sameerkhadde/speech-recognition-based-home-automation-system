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Speech Recognition Based Home Automation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Arduino UNO and HC-05 Bluetooth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controls home appliances using voice commands.</a:t>
            </a:r>
          </a:p>
          <a:p>
            <a:r>
              <a:t>Arduino UNO is used as the main controller.</a:t>
            </a:r>
          </a:p>
          <a:p>
            <a:r>
              <a:t>HC-05 Bluetooth module receives commands from mobile phone.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Arduino UNO</a:t>
            </a:r>
          </a:p>
          <a:p>
            <a:r>
              <a:t>HC-05 Bluetooth Module</a:t>
            </a:r>
          </a:p>
          <a:p>
            <a:r>
              <a:t>2-Channel Relay Module</a:t>
            </a:r>
          </a:p>
          <a:p>
            <a:r>
              <a:t>Jumper Wires</a:t>
            </a:r>
          </a:p>
          <a:p>
            <a:r>
              <a:t>USB Cable</a:t>
            </a:r>
          </a:p>
          <a:p>
            <a:r>
              <a:t>Android Mobile with Voice Control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gives voice command through mobile app.</a:t>
            </a:r>
          </a:p>
          <a:p>
            <a:r>
              <a:t>App converts speech into text command.</a:t>
            </a:r>
          </a:p>
          <a:p>
            <a:r>
              <a:t>Command sent via Bluetooth HC-05.</a:t>
            </a:r>
          </a:p>
          <a:p>
            <a:r>
              <a:t>Arduino receives command and controls relay.</a:t>
            </a:r>
          </a:p>
          <a:p>
            <a:r>
              <a:t>Relay turns appliance ON/OFF.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→ Relay 1 ON</a:t>
            </a:r>
          </a:p>
          <a:p>
            <a:r>
              <a:t>a → Relay 1 OFF</a:t>
            </a:r>
          </a:p>
          <a:p>
            <a:r>
              <a:t>B → Relay 2 ON</a:t>
            </a:r>
          </a:p>
          <a:p>
            <a:r>
              <a:t>b → Relay 2 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Home Automation</a:t>
            </a:r>
          </a:p>
          <a:p>
            <a:r>
              <a:t>Voice Controlled Devices</a:t>
            </a:r>
          </a:p>
          <a:p>
            <a:r>
              <a:t>Assistive Technology</a:t>
            </a:r>
          </a:p>
          <a:p>
            <a:r>
              <a:t>Wireless Appliance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</a:t>
            </a:r>
          </a:p>
          <a:p>
            <a:r>
              <a:t>Wireless control</a:t>
            </a:r>
          </a:p>
          <a:p>
            <a:r>
              <a:t>Low cost project</a:t>
            </a:r>
          </a:p>
          <a:p>
            <a:r>
              <a:t>Useful for smart home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developed a speech recognition based home automation system.</a:t>
            </a:r>
          </a:p>
          <a:p>
            <a:r>
              <a:t>Voice commands are used to control appliances through Bluetooth communication.</a:t>
            </a:r>
          </a:p>
          <a:p>
            <a:r>
              <a:t>Project demonstrates embedded system and IoT concepts.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CODTECH Internship Task - 4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